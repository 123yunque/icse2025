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0484c7800d4937" /><Relationship Type="http://schemas.openxmlformats.org/officeDocument/2006/relationships/extended-properties" Target="/docProps/app.xml" Id="Rb1b35c3c6c5a4b21" /><Relationship Type="http://schemas.openxmlformats.org/officeDocument/2006/relationships/officeDocument" Target="/ppt/presentation.xml" Id="Rdf21fd4f00bb42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19ddd86cb84d5b"/>
  </p:sldMasterIdLst>
  <p:notesMasterIdLst>
    <p:notesMasterId xmlns:r="http://schemas.openxmlformats.org/officeDocument/2006/relationships" r:id="Rbc5192e1bcb943f0"/>
  </p:notesMasterIdLst>
  <p:sldIdLst>
    <p:sldId xmlns:r="http://schemas.openxmlformats.org/officeDocument/2006/relationships" id="256" r:id="R88823b55ad5b4066"/>
    <p:sldId xmlns:r="http://schemas.openxmlformats.org/officeDocument/2006/relationships" id="257" r:id="Rbddcfc85158146c6"/>
    <p:sldId xmlns:r="http://schemas.openxmlformats.org/officeDocument/2006/relationships" id="258" r:id="R59835d84a2aa47cb"/>
    <p:sldId xmlns:r="http://schemas.openxmlformats.org/officeDocument/2006/relationships" id="259" r:id="R5bc3053c2cf1426f"/>
    <p:sldId xmlns:r="http://schemas.openxmlformats.org/officeDocument/2006/relationships" id="260" r:id="R5225a436f07947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fd6a5cd7d5421f" /><Relationship Type="http://schemas.openxmlformats.org/officeDocument/2006/relationships/slideMaster" Target="/ppt/slideMasters/slideMaster1.xml" Id="R9d19ddd86cb84d5b" /><Relationship Type="http://schemas.openxmlformats.org/officeDocument/2006/relationships/notesMaster" Target="/ppt/notesMasters/notesMaster1.xml" Id="Rbc5192e1bcb943f0" /><Relationship Type="http://schemas.openxmlformats.org/officeDocument/2006/relationships/presProps" Target="/ppt/presProps.xml" Id="Rdf31c0815b5e443a" /><Relationship Type="http://schemas.openxmlformats.org/officeDocument/2006/relationships/tableStyles" Target="/ppt/tableStyles.xml" Id="R93c14947b6484740" /><Relationship Type="http://schemas.openxmlformats.org/officeDocument/2006/relationships/slide" Target="/ppt/slides/slide1.xml" Id="R88823b55ad5b4066" /><Relationship Type="http://schemas.openxmlformats.org/officeDocument/2006/relationships/slide" Target="/ppt/slides/slide2.xml" Id="Rbddcfc85158146c6" /><Relationship Type="http://schemas.openxmlformats.org/officeDocument/2006/relationships/slide" Target="/ppt/slides/slide3.xml" Id="R59835d84a2aa47cb" /><Relationship Type="http://schemas.openxmlformats.org/officeDocument/2006/relationships/slide" Target="/ppt/slides/slide4.xml" Id="R5bc3053c2cf1426f" /><Relationship Type="http://schemas.openxmlformats.org/officeDocument/2006/relationships/slide" Target="/ppt/slides/slide5.xml" Id="R5225a436f07947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b012ef75ed4f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4bdb8bb41b48ac" /><Relationship Type="http://schemas.openxmlformats.org/officeDocument/2006/relationships/notesMaster" Target="/ppt/notesMasters/notesMaster1.xml" Id="R61e9b43dabd541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2d6cefb4204ff2" /><Relationship Type="http://schemas.openxmlformats.org/officeDocument/2006/relationships/notesMaster" Target="/ppt/notesMasters/notesMaster1.xml" Id="Rac8bed2ee4a246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d996d1c63b4ada" /><Relationship Type="http://schemas.openxmlformats.org/officeDocument/2006/relationships/notesMaster" Target="/ppt/notesMasters/notesMaster1.xml" Id="R24771d0c6b0a45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1a11b71a844eb1" /><Relationship Type="http://schemas.openxmlformats.org/officeDocument/2006/relationships/notesMaster" Target="/ppt/notesMasters/notesMaster1.xml" Id="R7f8b35b8559546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1c071c61744432" /><Relationship Type="http://schemas.openxmlformats.org/officeDocument/2006/relationships/notesMaster" Target="/ppt/notesMasters/notesMaster1.xml" Id="Rf9287631eb474d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本部分依次说明应用背景、现有评测的两类关键不足、研究必要性以及理论、方法和实践价值。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用户既定研究方案与本次对话内容（无外部素材）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代码大模型已经应用于生成、修复和测试等场景。应用越深入，对程序语义理解和执行推理能力的要求越高。评测目标因此需要由任务完成结果扩展到程序实际行为。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用户既定研究方案与本次对话内容（无外部素材）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第一项挑战是评测数据是否可信。黑盒条件下不能直接证明污染，但可以诊断潜在记忆依赖风险。第二项挑战是评测粒度不足，最终结果无法说明控制流和状态推理是否正确。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用户既定研究方案与本次对话内容（无外部素材）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研究必要性可概括为三个问题：先判断成绩是否受到记忆影响，再判断模型是否真正理解程序执行，最后探索如何利用可信执行信息促进能力提升。这里呈现问题逻辑，不展开技术路线。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用户既定研究方案与本次对话内容（无外部素材）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理论上，本研究帮助理解模型的真实程序推理能力；方法上，形成更加可信和细粒度的评测视角；实践上，为模型选择、错误分析和能力增强提供依据。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用户既定研究方案与本次对话内容（无外部素材）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c6931d32c42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717e8ed57544eb" /><Relationship Type="http://schemas.openxmlformats.org/officeDocument/2006/relationships/slideLayout" Target="/ppt/slideLayouts/slideLayout1.xml" Id="R8f6cf7c706fd48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6cf7c706fd48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2578b40a64822" /><Relationship Type="http://schemas.openxmlformats.org/officeDocument/2006/relationships/notesSlide" Target="/ppt/notesSlides/notesSlide1.xml" Id="R9d8ef73f36f94b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ea34e27644af7" /><Relationship Type="http://schemas.openxmlformats.org/officeDocument/2006/relationships/notesSlide" Target="/ppt/notesSlides/notesSlide2.xml" Id="R2b7cfd776f9b4b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560d0c7554904" /><Relationship Type="http://schemas.openxmlformats.org/officeDocument/2006/relationships/notesSlide" Target="/ppt/notesSlides/notesSlide3.xml" Id="Rf52ce6cbd9a247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bdf3c87e2486f" /><Relationship Type="http://schemas.openxmlformats.org/officeDocument/2006/relationships/notesSlide" Target="/ppt/notesSlides/notesSlide4.xml" Id="Ree10297e8d7d4d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77257ca0b4486" /><Relationship Type="http://schemas.openxmlformats.org/officeDocument/2006/relationships/notesSlide" Target="/ppt/notesSlides/notesSlide5.xml" Id="R2ca4e382cf6d44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5C134-81E0-457D-9B3E-20E343DD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开题汇报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A10D4-9D7D-49E5-B93D-5DF31653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7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研究背景与意义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AE533-ABD2-4641-B817-10E32F1B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10001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为什么需要重新评估</a:t>
            </a:r>
          </a:p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代码大模型的推理能力？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A0492-4A31-403E-814B-AB18F334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9943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AA0EE8C5-2B29-4DDF-B1A2-9AC3CCFA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代码大模型的应用正在从“生成代码”走向“理解与推理”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97146-47C5-4151-90B1-D08FD884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51630-DFCB-4C75-A4F1-9D122FA4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应用范围持续扩展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98E01-E890-41A5-B903-DE4EDE26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619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代码生成、补全与重构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缺陷修复与测试用例生成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逐步参与复杂软件开发活动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5905500" y="1571625"/>
            <a:ext cx="0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B371F-C39C-4FAF-868E-89BB8D18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能力要求随之升级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4AF60-526B-4794-BBC8-E736398B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不仅要生成可运行的代码，</a:t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还应理解程序语义与实际行为。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能否正确推断控制流、状态变化和输出，</a:t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成为代码大模型可靠应用的基础。</a:t>
            </a:r>
          </a:p>
        </p:txBody>
      </p:sp>
    </p:spTree>
    <p:extLst>
      <p:ext uri="{BB962C8B-B14F-4D97-AF65-F5344CB8AC3E}">
        <p14:creationId xmlns:p14="http://schemas.microsoft.com/office/powerpoint/2010/main" val="943870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105E4BC3-A468-453D-AD34-3453F684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现有评测面临两项根本性挑战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4E4B4-F823-473E-A09C-0D6B2619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AADF5-E86A-4DAD-8CCE-64B2F1D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传统高分并不必然代表真实推理能力：评测既要控制数据可信性，也要深入程序执行过程。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42579-A71C-4CBD-B051-59599B01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1911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162B3-0E04-4D57-BC6E-FF79E413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DAF4E-FB71-415E-ADD3-A26FC209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4695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基准污染风险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21C04-C3A4-41BE-B849-2A4AF36E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46958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公开题目与参考实现可能进入训练语料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原始基准高分可能混入记忆效应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难以区分“模型见过”与“模型会做”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CB854-C9AB-4501-BD20-FA41F50F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28875"/>
            <a:ext cx="51911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CFC68-3207-4336-BC3B-770C2478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28875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2ECAB-AD30-4B33-9F8F-4AEE4528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57475"/>
            <a:ext cx="4695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结果级评测局限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66166-F700-4697-984E-DAA5709D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71825"/>
            <a:ext cx="46958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Pass@k与输出准确率主要反映最终结果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正确答案可能来自模式匹配或偶然一致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无法定位首个控制流或状态推理错误</a:t>
            </a:r>
          </a:p>
        </p:txBody>
      </p:sp>
    </p:spTree>
    <p:extLst>
      <p:ext uri="{BB962C8B-B14F-4D97-AF65-F5344CB8AC3E}">
        <p14:creationId xmlns:p14="http://schemas.microsoft.com/office/powerpoint/2010/main" val="1179978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4CE2BE40-71EA-4747-985C-FCD05FB4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可信评估需要回答三个递进问题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E236D-47A9-403D-98D2-9B3086F2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1143000" y="2971800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D86D6-47CA-4BE4-974F-3F346177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D6804-7F40-499F-800F-0B4C18BC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33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5E662-222C-4FB4-A30C-DE10E76C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评测结果是否可信？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1B2D1-63CC-4D7E-A3DE-A7F9A590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识别公开基准中的潜在污染与记忆依赖风险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35E4D-C606-4597-BF91-5F548847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C3B19-63C6-41E6-9348-F1F3298A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33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行为与过程层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F5067-CF84-4450-A140-64643223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7662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模型是否真正理解？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1E5A4-3F9C-4378-8644-F63E730E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95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同时考察最终输出、控制流和中间执行状态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9FC34-7F05-45AF-872B-9E70087D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EB414-D08F-4931-B190-966EE240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能力提升层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A7B9B-864F-43CE-A6C9-77814AD4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7662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如何提升真实推理？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BF902-26EC-487A-AB9C-7DA18C77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利用可验证的执行差异形成过程监督信号</a:t>
            </a:r>
          </a:p>
        </p:txBody>
      </p:sp>
    </p:spTree>
    <p:extLst>
      <p:ext uri="{BB962C8B-B14F-4D97-AF65-F5344CB8AC3E}">
        <p14:creationId xmlns:p14="http://schemas.microsoft.com/office/powerpoint/2010/main" val="15386048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16D486AD-D2FC-465E-A501-C576367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研究价值体现在理论认识、评测方法与可靠应用三个层面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89977-B745-4908-80E9-21A34600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584E5-8AF6-4567-B9D7-D5D4FB32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建立从评测数据可信性、外部行为正确性到内部执行过程正确性的完整评价视角，并为模型增强提供依据。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240B0-B538-4666-94E3-30664539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5DEA0-FCC2-49DF-8984-5AEFD9C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963E2-2E60-4A83-951A-66E141AA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理论意义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CC175-F578-41FE-B21B-4672404F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8384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区分基准记忆、结果正确与过程正确，揭示代码大模型的真实推理能力边界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D43CD-C887-4EB9-9963-19A0B5CE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23953-C276-4BC7-BE1A-CAA2A6D4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2C712-22A9-4C0C-9549-19F622B0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051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方法意义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AE264-CD45-4873-A520-D37E2768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28384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推动代码评测由结果级评价走向可信、结构化和过程级评价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35918-4B57-4F41-985F-D77C8604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C63EB-01FD-417B-8F04-9BE92DCA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931F5-495B-422C-AA70-E68A15BB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051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实践意义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8D7BC-8829-4678-B93A-8889A1DC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8384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支撑模型选择、错误诊断、训练改进与软件工程场景中的可靠应用</a:t>
            </a:r>
          </a:p>
        </p:txBody>
      </p:sp>
    </p:spTree>
    <p:extLst>
      <p:ext uri="{BB962C8B-B14F-4D97-AF65-F5344CB8AC3E}">
        <p14:creationId xmlns:p14="http://schemas.microsoft.com/office/powerpoint/2010/main" val="704791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2026-08-10T13:24:30.8180000Z</dcterms:created>
  <dcterms:modified xsi:type="dcterms:W3CDTF">2026-08-10T13:24:30.8190000Z</dcterms:modified>
</coreProperties>
</file>